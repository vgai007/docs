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60" d="100"/>
          <a:sy n="60" d="100"/>
        </p:scale>
        <p:origin x="8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89A99-8CCE-49E9-A8DE-70716266293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0F749-98E3-4D55-A73F-4FC3EB0927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0F749-98E3-4D55-A73F-4FC3EB09274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2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0E69-3B19-CE42-D49A-83931F224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C5C50-926E-AD96-2EC1-B00F47E74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63D57-F5C6-6A65-04A3-DFC21E79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22F0E-7AD0-2E9E-3DBA-7282FD8B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B89F5-D9DC-9776-2AFA-80A50959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68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74A1-A177-B2B5-F303-27ECD3303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80872-0AB6-EFC7-FE3A-FFBC94DCD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47A79-EBB8-747D-4A46-0AA2A3DC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7E726-3D5C-82C2-295B-745B2504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11E96-F7A5-6D19-51F0-132E337F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43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92DB-9D5B-52F5-BA98-FBCE0D27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ABD2F-7CFB-55D4-B1C3-44823F07B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2711-F4F4-B9E7-F286-7D368D23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6255-77CC-36B9-5C13-E38993B47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31D2B-4128-A19F-2F69-09B46C96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75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BAA1-A99F-E743-D088-4DD6983C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764D6-CBFE-4BA0-61AF-8513C9DE2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437AB-5983-FE49-9177-C0978F2C4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B6A28-FD6B-2D88-4316-8344B2BB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24D46-8063-00F8-1F25-196CD5B3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13F7A-B158-7531-F5BD-3B89B746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4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F4D4-758F-006A-7E59-B86132FD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25771-F452-6FD6-37B6-4334FC6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BCEEA-81D0-E914-EFD3-84375BC31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9BA10-AB3F-9B42-67BD-20C3121B6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B3DD1-BC5F-5192-63B0-1DCE32510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91875-7080-BD9A-C27A-3C6ABE05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EE436-C541-036A-8605-FB0B372E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166D6-B6BD-BE9A-7D33-2841130F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8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E298-4DA7-2566-1FFD-11BEF78D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E4BB3-1DB7-4816-D6D8-8C0638BB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496B3-BCC3-72B5-B134-0FC34866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E7B7D-075F-93DC-BF2B-D5DD39EF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3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80208-155A-F7F2-0A96-1831F14A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77C80-A4FB-A87E-C53A-56EEB945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2C14E-45B4-019D-30BD-47E19D4F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78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6436-981D-2F36-7B17-A6DFF4B99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7F830-BB91-8BF2-9D61-1304CA6C5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CC248-5898-D70D-0D79-F3472B91E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12947-1ADF-6EC1-400E-4599424C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05D4C-D88F-6C52-809A-62CCF594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63F1E-1F0F-4050-12C2-A8AC962F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679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2EBA-0791-440E-4759-DD78012C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DEC19-F155-4179-96CD-49F01E220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74536-08C4-F97E-7C5E-9460627F6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29B20-F49D-167F-79B4-0CFA2CA2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88010-0FC8-C7DF-EC82-94431526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D88A7-BBC1-41FA-3804-A3CA7883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50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27F5-2681-3B44-5745-6C3414F6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D4AFB-408C-96E9-A402-98C08EE12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B8DF8-D401-C3CE-AE9C-449DF5DE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DBFAE-BB13-CB98-9A23-E8935485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9AB53-CF57-4EC5-D511-8D7F19B7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55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9425D-BC29-AA4E-C0D1-230DD606A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E85C3-3A1B-514C-5A55-D841F1ED1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8C59D-5C3D-A2C0-30D1-9E3D1F7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6AFC1-DCCA-60F7-6812-44685F74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D642C-D3CE-2E32-9163-2B40972B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23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A35CC-F9DF-46BB-B6E1-17EC71279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7AF8C-2E37-8606-9B92-44FB500A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F8E0-53EF-F3F7-581C-A3CAA33A0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1F39D-230C-41ED-89BD-3CEADF3C5A0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763CB-9A4F-7531-459C-22F0A5661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3096-B671-1A8E-F923-0A5D9660E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E305D-DDDB-49E5-8326-6DF189FC7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12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9FB9623-F64A-7FB0-9D83-FB7A07D21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2338"/>
            <a:ext cx="12192000" cy="501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51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>
            <a:extLst>
              <a:ext uri="{FF2B5EF4-FFF2-40B4-BE49-F238E27FC236}">
                <a16:creationId xmlns:a16="http://schemas.microsoft.com/office/drawing/2014/main" id="{C88DDA46-4879-11D7-5010-36EBC17DF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1875"/>
            <a:ext cx="12192000" cy="479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22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A5976910-B23A-53F7-43C2-E7DFF4CD6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1900"/>
            <a:ext cx="121920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83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51AD124-40A7-367D-D82E-D1A8D6E3B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1063"/>
            <a:ext cx="12192000" cy="509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75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E53C32E1-E785-B9AF-2F2E-45B27DA9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6500"/>
            <a:ext cx="12192000" cy="444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21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A36291E-58A7-6AEB-960E-4BB5F39A4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92238"/>
            <a:ext cx="12192000" cy="407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70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D512F989-9EB1-6FE1-640B-0998626D3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3675"/>
            <a:ext cx="12192000" cy="392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97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A870BEFC-C372-D7F9-A9C8-15368357D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875"/>
            <a:ext cx="12192000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02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7D995953-610B-3998-CF90-29B46659E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588"/>
            <a:ext cx="12192000" cy="609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56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A4AB752C-7B90-801C-6068-77871CEB3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8775"/>
            <a:ext cx="12192000" cy="613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43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>
            <a:extLst>
              <a:ext uri="{FF2B5EF4-FFF2-40B4-BE49-F238E27FC236}">
                <a16:creationId xmlns:a16="http://schemas.microsoft.com/office/drawing/2014/main" id="{3866260B-F3EC-297B-5062-072555D73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288"/>
            <a:ext cx="12192000" cy="606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12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5FAA721B-9687-587E-B18D-0BE77DD96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5613"/>
            <a:ext cx="12192000" cy="594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16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7D4BA9A0-B973-10F9-0447-3CF7EB83C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0"/>
            <a:ext cx="12017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19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E0477AC8-0D7B-4660-63CE-CD147C216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688"/>
            <a:ext cx="12192000" cy="652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828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6">
            <a:extLst>
              <a:ext uri="{FF2B5EF4-FFF2-40B4-BE49-F238E27FC236}">
                <a16:creationId xmlns:a16="http://schemas.microsoft.com/office/drawing/2014/main" id="{7FCE1A3B-C644-9C50-4FD2-CB5BA232A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1713"/>
            <a:ext cx="12192000" cy="485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07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>
            <a:extLst>
              <a:ext uri="{FF2B5EF4-FFF2-40B4-BE49-F238E27FC236}">
                <a16:creationId xmlns:a16="http://schemas.microsoft.com/office/drawing/2014/main" id="{B2674BD5-821A-EADC-BBEA-73B6EAA4C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00" y="0"/>
            <a:ext cx="9472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713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</Words>
  <Application>Microsoft Office PowerPoint</Application>
  <PresentationFormat>Widescreen</PresentationFormat>
  <Paragraphs>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Garg, Vibha</dc:creator>
  <cp:lastModifiedBy>Garg, Vibha</cp:lastModifiedBy>
  <cp:revision>1</cp:revision>
  <dcterms:created xsi:type="dcterms:W3CDTF">2026-04-13T06:11:30Z</dcterms:created>
  <dcterms:modified xsi:type="dcterms:W3CDTF">2026-04-13T10:43:12Z</dcterms:modified>
</cp:coreProperties>
</file>